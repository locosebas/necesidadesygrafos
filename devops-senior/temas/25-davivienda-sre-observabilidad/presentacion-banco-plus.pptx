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Hoy les traigo una sola historia, y empieza con una pregunta: ¿por qué el pago QR de Banco</a:t>
            </a:r>
          </a:p>
          <a:p>
            <a:r>
              <a:t>Plus no es confiable hoy? Los cuatro retos del caso (despliegues que degradan producción, una factura de</a:t>
            </a:r>
          </a:p>
          <a:p>
            <a:r>
              <a:t>telemetría que crece sin dar visibilidad, un MTTR (Mean Time To Restore) largo y la ambición de AIOps) no son</a:t>
            </a:r>
          </a:p>
          <a:p>
            <a:r>
              <a:t>cuatro problemas: son síntomas de uno solo. No tenemos una definición compartida de qué es 'estar bien', ni</a:t>
            </a:r>
          </a:p>
          <a:p>
            <a:r>
              <a:t>datos estandarizados para saber cuándo dejamos de estarlo.</a:t>
            </a:r>
          </a:p>
          <a:p>
            <a:r>
              <a:t>Por eso la propuesta es un ciclo: el SLO define qué es estar bien; el Quality Gate lo protege; OpenTelemetry</a:t>
            </a:r>
          </a:p>
          <a:p>
            <a:r>
              <a:t>y MCP lo explican y le dan a la IA datos limpios; y el Incident Commander y el post-mortem convierten cada</a:t>
            </a:r>
          </a:p>
          <a:p>
            <a:r>
              <a:t>crisis en un SLO mejor.</a:t>
            </a:r>
          </a:p>
          <a:p>
            <a:r>
              <a:t>Lo mediremos con DORA, Change Failure Rate y Time to Restore, contra una línea base real, y con la meta del</a:t>
            </a:r>
          </a:p>
          <a:p>
            <a:r>
              <a:t>caso: −30% en el costo de telemetría. Un aviso: no les voy a dar números inventados; lo que no conozco de</a:t>
            </a:r>
          </a:p>
          <a:p>
            <a:r>
              <a:t>Banco Plus, lo mido primero. En mi experiencia anterior implementé rollback automático durante canary y un</a:t>
            </a:r>
          </a:p>
          <a:p>
            <a:r>
              <a:t>servidor MCP de observabilidad: esto es ejecutable.</a:t>
            </a:r>
          </a:p>
          <a:p>
            <a:r>
              <a:t>Si el problema es uno solo, ¿dónde lo vemos en Banco Plus?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vemos aquí, en un diagrama C4 de nivel Context. El cliente paga con QR desde la app; el pago recorre</a:t>
            </a:r>
          </a:p>
          <a:p>
            <a:r>
              <a:t>microservicios en Kubernetes, en AWS y GCP, y habla con el core bancario y con otros bancos para las transferencias CBU en tiempo real.</a:t>
            </a:r>
          </a:p>
          <a:p>
            <a:r>
              <a:t>Los cuatro síntomas se ven en el diagrama. Uno: las tribus despliegan sin freno; en DORA eso es un Change</a:t>
            </a:r>
          </a:p>
          <a:p>
            <a:r>
              <a:t>Failure Rate alto. Dos: cada componente manda su telemetría sin filtro, y pagamos por volumen, no por valor.</a:t>
            </a:r>
          </a:p>
          <a:p>
            <a:r>
              <a:t>Tres: cuando algo falla, la traza se corta en la frontera con el core y cada equipo nombra los datos</a:t>
            </a:r>
          </a:p>
          <a:p>
            <a:r>
              <a:t>distinto; por eso el MTTR es largo. Cuatro: queremos IA, pero una IA no razona sobre datos desordenados.</a:t>
            </a:r>
          </a:p>
          <a:p>
            <a:r>
              <a:t>Los cuatro ejes atacan la causa en orden: primero la definición, después los datos, después la inteligencia</a:t>
            </a:r>
          </a:p>
          <a:p>
            <a:r>
              <a:t>y, al final, las personas. Y parto de lo que el banco ya tiene: no vengo a cambiarles las herramientas.</a:t>
            </a:r>
          </a:p>
          <a:p>
            <a:r>
              <a:t>Para arreglarlo, primero hay que acordar: ¿qué es 'estar bien' para el cliente?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 uno. Al cliente que paga con QR le importan tres cosas: que el pago salga, que salga rápido y que no le</a:t>
            </a:r>
          </a:p>
          <a:p>
            <a:r>
              <a:t>cobren dos veces. Eso se traduce en SLIs, Service Level Indicators.</a:t>
            </a:r>
          </a:p>
          <a:p>
            <a:r>
              <a:t>Disponibilidad: pagos aceptados sin error de sistema sobre pagos válidos; un saldo insuficiente no es culpa</a:t>
            </a:r>
          </a:p>
          <a:p>
            <a:r>
              <a:t>nuestra y no cuenta. Como punto de partida propongo un SLO de 99,9% en 30 días móviles, 43,2 minutos de</a:t>
            </a:r>
          </a:p>
          <a:p>
            <a:r>
              <a:t>Error Budget al mes, que se calibra con datos reales.</a:t>
            </a:r>
          </a:p>
          <a:p>
            <a:r>
              <a:t>Latencia: la proporción de pagos confirmados por debajo de un umbral, medida en el API Gateway, siempre en</a:t>
            </a:r>
          </a:p>
          <a:p>
            <a:r>
              <a:t>percentil. El umbral no lo invento: sale de dónde el cliente abandona o reintenta, de los timeouts del flujo</a:t>
            </a:r>
          </a:p>
          <a:p>
            <a:r>
              <a:t>y del histograma real.</a:t>
            </a:r>
          </a:p>
          <a:p>
            <a:r>
              <a:t>Y corrección: cero cobros dobles, con idempotency key. La saturación la uso como alerta temprana, no como</a:t>
            </a:r>
          </a:p>
          <a:p>
            <a:r>
              <a:t>SLO, porque el cliente no ve la CPU.</a:t>
            </a:r>
          </a:p>
          <a:p>
            <a:r>
              <a:t>Pero lo más importante no es el número: es la Error Budget Policy, firmada con negocio, y es de</a:t>
            </a:r>
          </a:p>
          <a:p>
            <a:r>
              <a:t>conservación. Siempre desplegamos con la estrategia que menos presupuesto gasta, que por defecto es canary.</a:t>
            </a:r>
          </a:p>
          <a:p>
            <a:r>
              <a:t>Si el presupuesto entra en riesgo, solo canary lento y estricto; si queda crítico, se congela todo menos los</a:t>
            </a:r>
          </a:p>
          <a:p>
            <a:r>
              <a:t>arreglos de confiabilidad. Los umbrales de cada zona los negociamos con negocio, con datos. Sin política, el</a:t>
            </a:r>
          </a:p>
          <a:p>
            <a:r>
              <a:t>Error Budget es un número en un dashboard; con política, tiene autoridad.</a:t>
            </a:r>
          </a:p>
          <a:p>
            <a:r>
              <a:t>Ya sabemos qué es estar bien. ¿Cómo evitamos que un despliegue lo rompa?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un Quality Gate autoejecutable. El reto uno dice que el CI/CD no detiene ni revierte: son dos verbos, y</a:t>
            </a:r>
          </a:p>
          <a:p>
            <a:r>
              <a:t>por eso el gate tiene tres momentos. Pero primero, ¿quién controla los pipelines? Mi propuesta: Plataforma,</a:t>
            </a:r>
          </a:p>
          <a:p>
            <a:r>
              <a:t>como equipo habilitador, publica plantillas por lenguaje en GitHub Actions con los mínimos de calidad,</a:t>
            </a:r>
          </a:p>
          <a:p>
            <a:r>
              <a:t>seguridad y confiabilidad, y cada tribu agrega lo que quiera encima. Damos el piso, no el techo.</a:t>
            </a:r>
          </a:p>
          <a:p>
            <a:r>
              <a:t>Antes: el paso a producción no depende del YAML de la tribu. Lo aprueba una deployment protection rule de</a:t>
            </a:r>
          </a:p>
          <a:p>
            <a:r>
              <a:t>Plataforma, que pregunta cuánto Error Budget queda y a qué velocidad se gasta. El SLO vive como código con</a:t>
            </a:r>
          </a:p>
          <a:p>
            <a:r>
              <a:t>Sloth, que genera las reglas de Prometheus. Si la política dice congelado, no se despliega; y sin ese</a:t>
            </a:r>
          </a:p>
          <a:p>
            <a:r>
              <a:t>environment, AWS y GCP no entregan credenciales por OIDC. Nadie tiene que acordarse.</a:t>
            </a:r>
          </a:p>
          <a:p>
            <a:r>
              <a:t>Durante: no desplegamos al 100%. No impongo herramientas: si ya usan Argo CD, Argo Rollouts; si tienen un</a:t>
            </a:r>
          </a:p>
          <a:p>
            <a:r>
              <a:t>service mesh, Flagger. La versión nueva recibe un porcentaje pequeño del tráfico y un análisis automático la</a:t>
            </a:r>
          </a:p>
          <a:p>
            <a:r>
              <a:t>compara con la estable en Prometheus; si empeora, revierte sola. Esto lo implementé en mi experiencia</a:t>
            </a:r>
          </a:p>
          <a:p>
            <a:r>
              <a:t>anterior.</a:t>
            </a:r>
          </a:p>
          <a:p>
            <a:r>
              <a:t>Después: una verificación posterior y un evento de 'cambio desplegado' que queda registrado. Guárdenlo,</a:t>
            </a:r>
          </a:p>
          <a:p>
            <a:r>
              <a:t>porque en el eje tres es oro para la IA.</a:t>
            </a:r>
          </a:p>
          <a:p>
            <a:r>
              <a:t>Y las alertas siguen el SRE Workbook de Google, multi-window, multi-burn-rate: un consumo de 14,4 veces en</a:t>
            </a:r>
          </a:p>
          <a:p>
            <a:r>
              <a:t>una hora despierta a alguien; uno de una vez en tres días abre un ticket. Ni despertamos a nadie por un pico</a:t>
            </a:r>
          </a:p>
          <a:p>
            <a:r>
              <a:t>de dos minutos, ni se nos escapa una fuga lenta.</a:t>
            </a:r>
          </a:p>
          <a:p>
            <a:r>
              <a:t>El gate frena y revierte, pero necesita datos. ¿De dónde salen esos datos?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 dos. Salen de un solo camino estándar de telemetría, igual en AWS, en GCP y en el datacenter:</a:t>
            </a:r>
          </a:p>
          <a:p>
            <a:r>
              <a:t>OpenTelemetry, como pide el caso. No les pido cambiar su backend de observabilidad: el Collector exporta al</a:t>
            </a:r>
          </a:p>
          <a:p>
            <a:r>
              <a:t>que ya tengan.</a:t>
            </a:r>
          </a:p>
          <a:p>
            <a:r>
              <a:t>En cada nodo corre un OTel Collector agente, como DaemonSet: le pega a la telemetría los metadatos de</a:t>
            </a:r>
          </a:p>
          <a:p>
            <a:r>
              <a:t>Kubernetes y bota lo obvio, como los health checks. Las tribus no cambian su código: el OpenTelemetry</a:t>
            </a:r>
          </a:p>
          <a:p>
            <a:r>
              <a:t>Operator inyecta la instrumentación con una anotación.</a:t>
            </a:r>
          </a:p>
          <a:p>
            <a:r>
              <a:t>Luego, el gateway, con dos capas. Para decidir qué traza guardar hay que verla completa, y si los spans de</a:t>
            </a:r>
          </a:p>
          <a:p>
            <a:r>
              <a:t>un pago caen en réplicas distintas, ninguna la ve entera. La capa uno enruta por traceID, para que todos los</a:t>
            </a:r>
          </a:p>
          <a:p>
            <a:r>
              <a:t>spans de un pago lleguen a la misma réplica; la capa dos hace el muestreo, que les muestro en un momento. La</a:t>
            </a:r>
          </a:p>
          <a:p>
            <a:r>
              <a:t>imagen la construimos con OCB, solo con componentes aprobados.</a:t>
            </a:r>
          </a:p>
          <a:p>
            <a:r>
              <a:t>Para DevSecOps, dos cosas. La PII la enmascara cada aplicación con la plantilla de logging, pero no</a:t>
            </a:r>
          </a:p>
          <a:p>
            <a:r>
              <a:t>confiamos en una sola capa: Plataforma pone una seguridad extra con el processor redaction en el gateway, en</a:t>
            </a:r>
          </a:p>
          <a:p>
            <a:r>
              <a:t>modo lista permitida, dentro de la red del banco. Si lo hiciéramos en la consola del proveedor, el dato ya</a:t>
            </a:r>
          </a:p>
          <a:p>
            <a:r>
              <a:t>habría salido, y eso choca con la Ley 1581 y con la Superintendencia Financiera. Y todo viaja por OTLP con</a:t>
            </a:r>
          </a:p>
          <a:p>
            <a:r>
              <a:t>mTLS.</a:t>
            </a:r>
          </a:p>
          <a:p>
            <a:r>
              <a:t>Por último, la frontera con el core: el header traceparent viaja en las llamadas y mensajes; si el core no</a:t>
            </a:r>
          </a:p>
          <a:p>
            <a:r>
              <a:t>se puede instrumentar, instrumentamos el conector. Así la traza ya no se corta donde más duele.</a:t>
            </a:r>
          </a:p>
          <a:p>
            <a:r>
              <a:t>Ya tenemos los datos. ¿Cómo los tenemos todos sin pagar de más?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Pagando por señal, no por ruido. El caso pide −30% sin perder trazas de errores, y eso descarta la salida</a:t>
            </a:r>
          </a:p>
          <a:p>
            <a:r>
              <a:t>fácil de guardar menos de todo.</a:t>
            </a:r>
          </a:p>
          <a:p>
            <a:r>
              <a:t>La palanca principal es el tail-based sampling. El head-based decide al inicio, al azar, y puede botar justo</a:t>
            </a:r>
          </a:p>
          <a:p>
            <a:r>
              <a:t>el pago que iba a fallar. El tail-based decide al final, con la traza completa: guarda todos los errores,</a:t>
            </a:r>
          </a:p>
          <a:p>
            <a:r>
              <a:t>todos los pagos más lentos que el umbral del SLO y solo un porcentaje pequeño de los exitosos. ¿Y las</a:t>
            </a:r>
          </a:p>
          <a:p>
            <a:r>
              <a:t>métricas? Siguen exactas, porque el connector spanmetrics las calcula antes del muestreo.</a:t>
            </a:r>
          </a:p>
          <a:p>
            <a:r>
              <a:t>Segunda palanca, los logs: miles de líneas de 'pago exitoso' se vuelven un contador con Log-to-Metrics, y el</a:t>
            </a:r>
          </a:p>
          <a:p>
            <a:r>
              <a:t>DEBUG no llega a producción. Tercera, la cardinalidad: ningún ID de cliente como etiqueta de métrica.</a:t>
            </a:r>
          </a:p>
          <a:p>
            <a:r>
              <a:t>¿Cuánto ahorra esto en Banco Plus? No les voy a dar una cifra sin sus datos: primero, un estudio de la línea</a:t>
            </a:r>
          </a:p>
          <a:p>
            <a:r>
              <a:t>base. Lo que sí sé es que la meta es alcanzable: Capital One redujo cerca del 70% del volumen de trazas con</a:t>
            </a:r>
          </a:p>
          <a:p>
            <a:r>
              <a:t>OpenTelemetry, y Pismo, una plataforma de pagos, cerca del 80% de su costo de observabilidad con tail</a:t>
            </a:r>
          </a:p>
          <a:p>
            <a:r>
              <a:t>sampling. Y a cada tribu le mostramos su costo, porque lo que no se ve no se optimiza.</a:t>
            </a:r>
          </a:p>
          <a:p>
            <a:r>
              <a:t>Una aclaración para Riesgo: la telemetría no es el registro de auditoría; la evidencia regulatoria va por</a:t>
            </a:r>
          </a:p>
          <a:p>
            <a:r>
              <a:t>otro pipeline, sin muestreo.</a:t>
            </a:r>
          </a:p>
          <a:p>
            <a:r>
              <a:t>Datos limpios y baratos. ¿Cómo hacemos que una IA los entienda?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 tres. Primero se ordenan los datos: una IA no razona donde un equipo dice status, otro http_code y otro</a:t>
            </a:r>
          </a:p>
          <a:p>
            <a:r>
              <a:t>resp. Las Semantic Conventions de OpenTelemetry hacen que todo el banco llame igual a lo mismo, y los</a:t>
            </a:r>
          </a:p>
          <a:p>
            <a:r>
              <a:t>resource attributes son la cédula de cada servicio: nombre, versión, equipo dueño y el journey de negocio,</a:t>
            </a:r>
          </a:p>
          <a:p>
            <a:r>
              <a:t>como pago QR. Con exemplars y trace_id en los logs, se salta de la métrica a la traza y al log.</a:t>
            </a:r>
          </a:p>
          <a:p>
            <a:r>
              <a:t>Encima va MCP, Model Context Protocol, el estándar para que un agente de IA use herramientas. Construimos un</a:t>
            </a:r>
          </a:p>
          <a:p>
            <a:r>
              <a:t>servidor MCP propio, de solo lectura, con cinco herramientas: SLO, grafo, trazas, logs y cambios recientes;</a:t>
            </a:r>
          </a:p>
          <a:p>
            <a:r>
              <a:t>esa última es la más valiosa, y la alimenta el Quality Gate. ¿Por qué propio? Porque es un puente: responde</a:t>
            </a:r>
          </a:p>
          <a:p>
            <a:r>
              <a:t>igual sobre la telemetría vieja o la nueva, así la IA sirve desde el primer día, sin esperar la migración</a:t>
            </a:r>
          </a:p>
          <a:p>
            <a:r>
              <a:t>completa.</a:t>
            </a:r>
          </a:p>
          <a:p>
            <a:r>
              <a:t>¿Quién lo usa? Un agente de RCA que se dispara solo con la alerta, corre dentro del banco y usa un modelo,</a:t>
            </a:r>
          </a:p>
          <a:p>
            <a:r>
              <a:t>por ejemplo Claude o Gemini, por Amazon Bedrock o Vertex AI, en la nube que el banco ya tiene. Cuando el</a:t>
            </a:r>
          </a:p>
          <a:p>
            <a:r>
              <a:t>on-call abre el portátil, la hipótesis ya está en el canal.</a:t>
            </a:r>
          </a:p>
          <a:p>
            <a:r>
              <a:t>Guardarraíles: datos sin PII, solo lectura, auditoría, y los logs se tratan como datos, nunca como</a:t>
            </a:r>
          </a:p>
          <a:p>
            <a:r>
              <a:t>instrucciones. La IA propone; el humano decide.</a:t>
            </a:r>
          </a:p>
          <a:p>
            <a:r>
              <a:t>La IA ya puede leer los datos. ¿Cómo encuentra dónde nace la falla?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el grafo de dependencias. OpenTelemetry lo arma solo con el connector servicegraph: cada servicio es un</a:t>
            </a:r>
          </a:p>
          <a:p>
            <a:r>
              <a:t>nodo y cada llamada una arista con su tasa, errores y latencia; nuestra herramienta obtener_grafo se lo</a:t>
            </a:r>
          </a:p>
          <a:p>
            <a:r>
              <a:t>entrega a la IA.</a:t>
            </a:r>
          </a:p>
          <a:p>
            <a:r>
              <a:t>Sobre ese grafo, una regla simple: la causa raíz es el nodo anómalo más profundo cuyas dependencias están</a:t>
            </a:r>
          </a:p>
          <a:p>
            <a:r>
              <a:t>sanas. Es como un trancón: termina donde la calle vuelve a estar libre.</a:t>
            </a:r>
          </a:p>
          <a:p>
            <a:r>
              <a:t>En el ejemplo alertan la app, la API de pagos y antifraude. La API de pagos es la que más grita, pero es</a:t>
            </a:r>
          </a:p>
          <a:p>
            <a:r>
              <a:t>víctima. Bajamos por el grafo con DFS, búsqueda en profundidad, y llegamos a antifraude: anómalo, con sus</a:t>
            </a:r>
          </a:p>
          <a:p>
            <a:r>
              <a:t>dependencias sanas. El servidor MCP lo cruza con los cambios recientes: versión 2.3.1, desplegada hace 12</a:t>
            </a:r>
          </a:p>
          <a:p>
            <a:r>
              <a:t>minutos. Hipótesis número uno, con evidencia.</a:t>
            </a:r>
          </a:p>
          <a:p>
            <a:r>
              <a:t>En paralelo, BFS, búsqueda en anchura, sobre el grafo invertido, da el radio de explosión: qué servicios y</a:t>
            </a:r>
          </a:p>
          <a:p>
            <a:r>
              <a:t>qué journeys están afectados, justo lo que necesita quien comunica.</a:t>
            </a:r>
          </a:p>
          <a:p>
            <a:r>
              <a:t>Resultado: en vez de revisar decenas de dashboards, el Incident Commander recibe pocas hipótesis rankeadas.</a:t>
            </a:r>
          </a:p>
          <a:p>
            <a:r>
              <a:t>Es barato de calcular, y es la base de la IA causal, siempre con humano en el bucle.</a:t>
            </a:r>
          </a:p>
          <a:p>
            <a:r>
              <a:t>Todo listo. Pero igual algo va a fallar: ¿qué hacemos en plena crisis?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 cuatro. Doce y media de un día de quincena, y el pago QR empieza a fallar. La alerta no llega por CPU:</a:t>
            </a:r>
          </a:p>
          <a:p>
            <a:r>
              <a:t>llega porque el burn rate pasó de 14,4 en una hora, así que ya sabemos que es grave. En ese mismo instante,</a:t>
            </a:r>
          </a:p>
          <a:p>
            <a:r>
              <a:t>el agente de RCA arranca solo.</a:t>
            </a:r>
          </a:p>
          <a:p>
            <a:r>
              <a:t>Como Incident Commander, en cinco minutos declaro SEV1, abro el canal y asigno los roles mínimos: un</a:t>
            </a:r>
          </a:p>
          <a:p>
            <a:r>
              <a:t>responsable técnico, el dueño del servicio, que diagnostica y ejecuta; y, como es un SEV1 en un banco,</a:t>
            </a:r>
          </a:p>
          <a:p>
            <a:r>
              <a:t>alguien de comunicaciones para negocio y la Superintendencia. La línea de tiempo la registran las</a:t>
            </a:r>
          </a:p>
          <a:p>
            <a:r>
              <a:t>herramientas. Mi regla de oro: no toco el teclado; si me pongo a depurar, nadie coordina.</a:t>
            </a:r>
          </a:p>
          <a:p>
            <a:r>
              <a:t>Pregunto lo más rentable: ¿qué cambió? La respuesta ya está en el canal: antifraude 2.3.1, desplegada 12 minutos antes de la alerta.</a:t>
            </a:r>
          </a:p>
          <a:p>
            <a:r>
              <a:t>Y la decisión clave: mitigar antes de diagnosticar. No necesito entender el bug para hacer rollback. Sin un</a:t>
            </a:r>
          </a:p>
          <a:p>
            <a:r>
              <a:t>cambio claro, el menú es apagar el feature flag, failover a la otra nube, load shedding para salvar los</a:t>
            </a:r>
          </a:p>
          <a:p>
            <a:r>
              <a:t>pagos sacrificando consultas, o un circuit breaker.</a:t>
            </a:r>
          </a:p>
          <a:p>
            <a:r>
              <a:t>Comunicaciones publica con hechos y frecuencia fija. Y cierro cuando el SLI lo confirma, no cuando 'parece</a:t>
            </a:r>
          </a:p>
          <a:p>
            <a:r>
              <a:t>que ya'.</a:t>
            </a:r>
          </a:p>
          <a:p>
            <a:r>
              <a:t>Todo lo de los ejes uno, dos y tres sirve aquí: la alerta del SLO, los datos limpios y la hipótesis lista.</a:t>
            </a:r>
          </a:p>
          <a:p>
            <a:r>
              <a:t>Eso baja el Time to Restore.</a:t>
            </a:r>
          </a:p>
          <a:p>
            <a:r>
              <a:t>El servicio volvió. ¿Cómo evitamos que vuelva a pasar?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Aprendiendo del incidente. En máximo cinco días hábiles hacemos el post-mortem blameless, sin culpa:</a:t>
            </a:r>
          </a:p>
          <a:p>
            <a:r>
              <a:t>asumimos que las personas actuaron razonablemente con lo que sabían, y arreglamos el sistema. Si</a:t>
            </a:r>
          </a:p>
          <a:p>
            <a:r>
              <a:t>castigamos, la próxima vez nos esconden información.</a:t>
            </a:r>
          </a:p>
          <a:p>
            <a:r>
              <a:t>El documento trae impacto, con el Error Budget gastado; línea de tiempo; factores contribuyentes, en plural;</a:t>
            </a:r>
          </a:p>
          <a:p>
            <a:r>
              <a:t>y acciones con dueño y fecha para prevenir, detectar y mitigar. En el ejemplo: el canary de antifraude no</a:t>
            </a:r>
          </a:p>
          <a:p>
            <a:r>
              <a:t>tenía análisis automático. Esa acción vuelve al eje uno.</a:t>
            </a:r>
          </a:p>
          <a:p>
            <a:r>
              <a:t>Para escalar, cultura: Plataforma es habilitador, no policía; cada tribu opera lo que construye y atiende</a:t>
            </a:r>
          </a:p>
          <a:p>
            <a:r>
              <a:t>su SLO, con autoservicio en el IDP del banco, por ejemplo Backstage, y el toil por debajo del 50%, como</a:t>
            </a:r>
          </a:p>
          <a:p>
            <a:r>
              <a:t>recomienda Google.</a:t>
            </a:r>
          </a:p>
          <a:p>
            <a:r>
              <a:t>Y empezamos pequeño, con un piloto: el pago QR. Primero, dos a cuatro semanas caracterizando lo que ya</a:t>
            </a:r>
          </a:p>
          <a:p>
            <a:r>
              <a:t>existe: herramientas, línea base de costo y de confiabilidad, incidentes. Luego, a 30 días, el SLO calibrado</a:t>
            </a:r>
          </a:p>
          <a:p>
            <a:r>
              <a:t>y las alertas; a 60, el Quality Gate y el gateway con PII; a 90, el tail sampling con ahorro medido y el</a:t>
            </a:r>
          </a:p>
          <a:p>
            <a:r>
              <a:t>servidor MCP.</a:t>
            </a:r>
          </a:p>
          <a:p>
            <a:r>
              <a:t>Así se cierra el ciclo: las acciones del post-mortem vuelven al SLO, y cada vuelta lo hace mejor. Muchas</a:t>
            </a:r>
          </a:p>
          <a:p>
            <a:r>
              <a:t>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1/10 · 1,5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¿Por qué el pago QR de Banco Plus no es confiable hoy?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Del SLO al post-mortem: confiabilidad medible para el pago QR de Banco Plus.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Una sola historia, no cuatro proyectos: cada eje alimenta al siguiente.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El cliente define qué es "funcionar": SLO (Service Level Objective) del pago QR.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El pipeline protege el SLO; la telemetría lo explica; la IA acelera el diagnóstico; las personas aprenden.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Éxito medido con DORA (DevOps Research and Assessment): Change Failure Rate y Time to Restore, contra la línea base de la Fase 0. Telemetría: la meta del caso, −30% de costo, sin perder ninguna traza de error.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Si el problema es uno solo, ¿dónde lo vemos en Banco Plus?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2/10 · 1,5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¿Dónde duele hoy, en la arquitectura de Banco Plus?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El problema: cuatro síntomas, una sola causa.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Pagos CBU/QR y transferencias en tiempo real sobre microservicios en Kubernetes, en AWS y GCP.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El core bancario está fuera de Kubernetes: la traza hoy se corta en esa frontera.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Despliegues sin freno → Change Failure Rate alto.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Telemetría sin estándar → factura alta y MTTR largo.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Los 4 ejes atacan la causa común: falta de un "estar bien" medible y de datos estandarizados.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Para arreglarlo, primero hay que acordar: ¿qué es “estar bien” para el cliente?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3/10 · 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¿Qué es “estar bien” para el cliente que paga con QR?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Qué es "estar bien" para el cliente que paga con QR.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SLI (Service Level Indicator) de disponibilidad: pagos aceptados sin error de sistema ÷ pagos válidos. SLO de partida 99,9% en 30 días móviles (Error Budget de 43,2 min al mes),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calibrado con datos de la Fase 0</a:t>
            </a:r>
            <a:r>
              <a:rPr sz="1080" b="0" i="0">
                <a:solidFill>
                  <a:srgbClr val="1B1B1B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SLI de latencia: proporción de pagos confirmados por debajo de un umbral, medido en el API Gateway (percentil, nunca promedio).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El umbral no se inventa: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sale de la curva de abandono del cliente, los timeouts del flujo y el histograma real; se reevalúa cada trimestre.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Corrección: cero cobros dobles (idempotency key). Saturación como alerta temprana, no como SLO.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Golden Signals (Latency, Traffic, Errors, Saturation) medidas donde las vive el cliente.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Error Budget Policy de conservación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firmada con negocio: siempre la estrategia de despliegue que menos presupuesto gasta (canary por defecto) · en riesgo: solo canary lento · crítico: congelado salvo arreglos de confiabilidad. Los umbrales de cada zona se negocian con negocio con datos.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Ya sabemos qué es estar bien. ¿Cómo evitamos que un despliegue lo rompa?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4/10 · 2,5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¿Cómo evitamos que un despliegue rompa lo que el cliente necesita?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El pipeline frena solo: antes, durante y después del despliegue.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Quién controla: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Plataforma publica plantillas por lenguaje (reusable workflows de GitHub Actions) con mínimos obligatorios: pruebas, seguridad y gate de Error Budget. Cada tribu agrega lo que quiera encima.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Antes: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el paso a producción lo aprueba una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deployment protection rule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de Plataforma, que consulta el Error Budget y el burn rate (SLO como código con Sloth / OpenSLO → reglas de Prometheus). Sin el environment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production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OIDC (OpenID Connect) no entrega credenciales en AWS ni en GCP.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Durante: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canary con análisis automático contra Prometheus, con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Argo Rollouts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o, si ya tienen un service mesh,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Flagger</a:t>
            </a:r>
            <a:r>
              <a:rPr sz="1080" b="0" i="0">
                <a:solidFill>
                  <a:srgbClr val="1B1B1B"/>
                </a:solidFill>
                <a:latin typeface="Arial"/>
              </a:rPr>
              <a:t>; si empeora, rollback automático.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Después: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verificación posterior del burn rate y registro del evento de cambio.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Alertas multi-window, multi-burn-rate del SRE Workbook de Google: 14,4× en 1 h → page · 6× en 6 h → page · 1× en 3 días → ticket.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El gate frena y revierte, pero necesita datos. ¿De dónde salen esos datos?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DBE8F6"/>
          </a:solidFill>
          <a:ln w="9525">
            <a:solidFill>
              <a:srgbClr val="9CC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0B2A4A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5/10 · 2,5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¿De dónde salen los datos que alimentan el gate, el SLO y el diagnóstico?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Un solo camino para toda la telemetría, en AWS, GCP y el datacenter.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OTel Collector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agente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(DaemonSet) por nodo: metadatos de Kubernetes, logs locales, filtrado barato.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OTel Collector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gateway de dos capas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por nube: capa 1 con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loadbalancing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por traceID, capa 2 con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tail_sampling</a:t>
            </a:r>
            <a:r>
              <a:rPr sz="1080" b="0" i="0">
                <a:solidFill>
                  <a:srgbClr val="1B1B1B"/>
                </a:solidFill>
                <a:latin typeface="Arial"/>
              </a:rPr>
              <a:t>. Imagen construida con OCB (OpenTelemetry Collector Builder): solo componentes aprobados.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PII: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cada aplicación la enmascara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(plantilla de logging);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seguridad extra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de Plataforma con el processor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redaction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en el gateway, en modo lista permitida,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dentro de la red del banco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(SFC, Ley 1581).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traceparent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W3C en las llamadas y mensajes hacia el core; span links en lo asíncrono.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OpenTelemetry Operator: auto-instrumentación por anotación, sin cambiar el código de las tribus.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Exporta al backend de observabilidad que ya tenga el banco (por ejemplo, Mimir, Tempo y Loki).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Ya tenemos los datos. ¿Cómo los tenemos todos sin pagar de más?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6/10 · 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¿Cómo vemos todo lo importante sin pagar de más?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Pagar por señal, no por ruido: la meta del −30% sin perder un solo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Tail-based sampling: 100% de errores, 100% de los pagos más lentos que el umbral del SLO de latencia, y un porcentaje pequeño de los exitosos, que se ajusta midiendo.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spanmetrics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antes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del muestreo: métricas RED exactas al 100% aunque se descarten trazas.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Log-to-Metrics (connector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count</a:t>
            </a:r>
            <a:r>
              <a:rPr sz="1080" b="0" i="0">
                <a:solidFill>
                  <a:srgbClr val="1B1B1B"/>
                </a:solidFill>
                <a:latin typeface="Arial"/>
              </a:rPr>
              <a:t>) +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filter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de DEBUG en producción.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Control de cardinalidad: ningún ID único como etiqueta de métrica. Showback de costo por tribu.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Auditoría regulatoria por un pipeline aparte: nunca se muestrea.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La cifra de ahorro no se promete: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sale del estudio de línea base de la Fase 0.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Datos limpios y baratos. ¿Cómo hacemos que una IA los entienda?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DBE8F6"/>
          </a:solidFill>
          <a:ln w="9525">
            <a:solidFill>
              <a:srgbClr val="9CC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0B2A4A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7/10 · 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¿Cómo hacemos que una IA entienda nuestros datos?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Primero datos que la IA entienda; después, la 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Semantic Conventions de OpenTelemetry + resource attributes obligatorios: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service.name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service.version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deployment.environment.name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equipo dueño,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business.journey=pago_qr</a:t>
            </a:r>
            <a:r>
              <a:rPr sz="1080" b="0" i="0">
                <a:solidFill>
                  <a:srgbClr val="1B1B1B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Exemplars y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trace_id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en los logs: de la métrica a la traza y al log en un clic.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Servidor MCP propio, de solo lectura: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consultar_slo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obtener_grafo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buscar_trazas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buscar_logs(trace_id)</a:t>
            </a:r>
            <a:r>
              <a:rPr sz="1080" b="0" i="0">
                <a:solidFill>
                  <a:srgbClr val="1B1B1B"/>
                </a:solidFill>
                <a:latin typeface="Arial"/>
              </a:rPr>
              <a:t>,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cambios_recientes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. Se combina con el servidor MCP del backend si ya existe.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Puente del desorden al orden: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las herramientas MCP tienen el mismo contrato aunque por debajo consulten la telemetría vieja o la nueva (patrón </a:t>
            </a:r>
            <a:r>
              <a:rPr sz="1080" b="0" i="1">
                <a:solidFill>
                  <a:srgbClr val="1B1B1B"/>
                </a:solidFill>
                <a:latin typeface="Arial"/>
              </a:rPr>
              <a:t>strangler fig</a:t>
            </a:r>
            <a:r>
              <a:rPr sz="1080" b="0" i="0">
                <a:solidFill>
                  <a:srgbClr val="1B1B1B"/>
                </a:solidFill>
                <a:latin typeface="Arial"/>
              </a:rPr>
              <a:t>). La IA sirve desde el día uno.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Agente de RCA automático: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lo dispara la alerta de burn rate, corre dentro del banco y consume el modelo (por ejemplo, Claude o Gemini) por Amazon Bedrock o Vertex AI. Guardarraíles: datos ya sin PII, solo lectura, auditoría, defensa contra Indirect Prompt Injection, humano en el bucle.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La IA ya puede leer los datos. ¿Cómo encuentra dónde nace la falla?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DBE8F6"/>
          </a:solidFill>
          <a:ln w="9525">
            <a:solidFill>
              <a:srgbClr val="9CC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0B2A4A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8/10 · 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¿Cómo encuentra la IA dónde nace la falla?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De decenas de dashboards a pocas hipótesis: el grafo encuentra dónde nace la falla.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El grafo de dependencias lo arma OpenTelemetry: connector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servicegraph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(nodos = servicios, aristas = llamadas con tasa, errores y latencia). Nuestra herramienta MCP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obtener_grafo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se lo entrega a la IA.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Regla de causa raíz: el nodo anómalo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más profundo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cuyas dependencias están sanas. El que más grita suele ser víctima.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DFS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(Depth-First Search) desde el síntoma hacia abajo → causa raíz candidata.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BFS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(Breadth-First Search) sobre el grafo invertido → radio de explosión (a quién afecta).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Cruce con </a:t>
            </a:r>
            <a:r>
              <a:rPr sz="1080" b="0" i="0">
                <a:solidFill>
                  <a:srgbClr val="1B1B1B"/>
                </a:solidFill>
                <a:latin typeface="Courier New"/>
              </a:rPr>
              <a:t>cambios_recientes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→ hipótesis rankeadas con evidencia; el humano decide.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Todo listo. Pero igual algo va a fallar: ¿qué hacemos en plena crisis?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DBE8F6"/>
          </a:solidFill>
          <a:ln w="9525">
            <a:solidFill>
              <a:srgbClr val="9CC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0B2A4A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DBE8F6"/>
          </a:solidFill>
          <a:ln w="9525">
            <a:solidFill>
              <a:srgbClr val="9CC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0B2A4A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solidFill>
            <a:srgbClr val="DBE8F6"/>
          </a:solidFill>
          <a:ln w="9525">
            <a:solidFill>
              <a:srgbClr val="9CC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0B2A4A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9/10 · 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¿Qué hacemos cuando, aun así, el pago falla en hora pico?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12:30 de un día de quincena: el pago QR empieza a fallar.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Roles, entre más simple mejor: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Incident Commander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(coordina, decide y comunica; no toca teclado) +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responsable técnico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(el dueño del servicio: diagnostica y ejecuta). En un SEV1 de un banco, el IC delega comunicaciones. La línea de tiempo la registran las herramientas, no una persona.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Minuto 0–5: la herramienta de on-call del banco despierta al on-call; declarar SEV1, abrir el canal, asignar roles, medir el impacto con el SLO y el burn rate; el incidente queda en el ITSM del banco.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Minuto 5–10: preguntar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qué cambió</a:t>
            </a:r>
            <a:r>
              <a:rPr sz="1080" b="0" i="0">
                <a:solidFill>
                  <a:srgbClr val="1B1B1B"/>
                </a:solidFill>
                <a:latin typeface="Arial"/>
              </a:rPr>
              <a:t>: la hipótesis del agente de RCA ya está en el canal. Minuto 10: el IC decide el rollback.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Mitigar antes de diagnosticar: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rollback, apagar el feature flag, failover a la otra nube, load shedding, circuit breaker.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Comunicar con hechos y con frecuencia fija; confirmar la recuperación con el SLI, no con "parece que ya".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El servicio volvió. ¿Cómo evitamos que vuelva a pasar?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7667" y="205739"/>
            <a:ext cx="1759305" cy="246888"/>
          </a:xfrm>
          <a:prstGeom prst="roundRect">
            <a:avLst>
              <a:gd name="adj" fmla="val 50000"/>
            </a:avLst>
          </a:prstGeom>
          <a:solidFill>
            <a:srgbClr val="DBE8F6"/>
          </a:solidFill>
          <a:ln w="9525">
            <a:solidFill>
              <a:srgbClr val="9CC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0B2A4A"/>
                </a:solidFill>
                <a:latin typeface="Arial"/>
              </a:rPr>
              <a:t>Eje 1 · SLOs y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7931" y="205739"/>
            <a:ext cx="1759305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2 · Telemetría y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28195" y="205739"/>
            <a:ext cx="113568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0" i="0">
                <a:solidFill>
                  <a:srgbClr val="8A94A0"/>
                </a:solidFill>
                <a:latin typeface="Arial"/>
              </a:rPr>
              <a:t>Eje 3 · IA y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24839" y="205739"/>
            <a:ext cx="1815998" cy="246888"/>
          </a:xfrm>
          <a:prstGeom prst="roundRect">
            <a:avLst>
              <a:gd name="adj" fmla="val 50000"/>
            </a:avLst>
          </a:prstGeom>
          <a:solidFill>
            <a:srgbClr val="1168BD"/>
          </a:solidFill>
          <a:ln w="9525">
            <a:solidFill>
              <a:srgbClr val="116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64" b="1" i="0">
                <a:solidFill>
                  <a:srgbClr val="FFFFFF"/>
                </a:solidFill>
                <a:latin typeface="Arial"/>
              </a:rPr>
              <a:t>Eje 4 · Incidentes y cultura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227" y="205739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64" b="0" i="0">
                <a:solidFill>
                  <a:srgbClr val="5B6470"/>
                </a:solidFill>
                <a:latin typeface="Arial"/>
              </a:rPr>
              <a:t>10/10 · 2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525780"/>
            <a:ext cx="11216359" cy="27432"/>
          </a:xfrm>
          <a:prstGeom prst="rect">
            <a:avLst/>
          </a:prstGeom>
          <a:solidFill>
            <a:srgbClr val="116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667" y="658368"/>
            <a:ext cx="112163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52" b="1" i="0">
                <a:solidFill>
                  <a:srgbClr val="0B2A4A"/>
                </a:solidFill>
                <a:latin typeface="Arial"/>
              </a:rPr>
              <a:t>¿Cómo aprendemos para que no vuelva a pasar?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67" y="1097280"/>
            <a:ext cx="112163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2" b="1" i="0">
                <a:solidFill>
                  <a:srgbClr val="1168BD"/>
                </a:solidFill>
                <a:latin typeface="Arial"/>
              </a:rPr>
              <a:t>Aprender del incidente y cerrar el ciclo: de la crisis a mejores SLOs.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" y="1481328"/>
            <a:ext cx="3364907" cy="4526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Post-mortem blameless en ≤ 5 días hábiles: impacto (clientes, minutos, Error Budget gastado), línea de tiempo, factores contribuyentes, acciones con dueño y fecha (prevenir · detectar · mitigar).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Las acciones vuelven al Eje 1: SLOs, alertas y Quality Gate más finos.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Team Topologies: Plataforma como habilitador; "you build it, you run it": cada tribu atiende su SLO.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Autoservicio en el IDP del banco (por ejemplo, Backstage): SLO como código, dashboards y alertas por plantilla; toil por debajo del 50% (guía del libro de SRE de Google), Runbook as Code, Game Days.</a:t>
            </a:r>
          </a:p>
          <a:p>
            <a:pPr>
              <a:lnSpc>
                <a:spcPct val="115000"/>
              </a:lnSpc>
              <a:spcAft>
                <a:spcPts val="540"/>
              </a:spcAft>
            </a:pPr>
            <a:r>
              <a:rPr sz="1080" b="0" i="0">
                <a:solidFill>
                  <a:srgbClr val="1B1B1B"/>
                </a:solidFill>
                <a:latin typeface="Arial"/>
              </a:rPr>
              <a:t>• Hoja de ruta con un servicio piloto (pago QR): </a:t>
            </a:r>
            <a:r>
              <a:rPr sz="1080" b="1" i="0">
                <a:solidFill>
                  <a:srgbClr val="1B1B1B"/>
                </a:solidFill>
                <a:latin typeface="Arial"/>
              </a:rPr>
              <a:t>Fase 0 (2–4 semanas) caracterización de lo que ya existe</a:t>
            </a:r>
            <a:r>
              <a:rPr sz="1080" b="0" i="0">
                <a:solidFill>
                  <a:srgbClr val="1B1B1B"/>
                </a:solidFill>
                <a:latin typeface="Arial"/>
              </a:rPr>
              <a:t> · 30 días SLO calibrado + burn rate · 60 días Quality Gate + gateway con PII · 90 días tail sampling medido + servidor MCP de solo lectura.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409" y="1614335"/>
            <a:ext cx="7607617" cy="42602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7667" y="6144768"/>
            <a:ext cx="11216359" cy="43891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080" b="0" i="1">
                <a:solidFill>
                  <a:srgbClr val="0B2A4A"/>
                </a:solidFill>
                <a:latin typeface="Arial"/>
              </a:rPr>
              <a:t>→ Las acciones vuelven al SLO: el ciclo empieza de nuevo, cada vez mejor.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